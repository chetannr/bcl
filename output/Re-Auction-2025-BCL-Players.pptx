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14" r:id="rId77"/>
    <p:sldId id="315" r:id="rId78"/>
    <p:sldId id="316" r:id="rId79"/>
    <p:sldId id="317" r:id="rId80"/>
    <p:sldId id="318" r:id="rId81"/>
    <p:sldId id="319" r:id="rId82"/>
    <p:sldId id="320" r:id="rId83"/>
    <p:sldId id="321" r:id="rId84"/>
    <p:sldId id="322" r:id="rId85"/>
    <p:sldId id="323" r:id="rId86"/>
    <p:sldId id="324" r:id="rId87"/>
    <p:sldId id="325" r:id="rId88"/>
    <p:sldId id="326" r:id="rId89"/>
    <p:sldId id="327" r:id="rId90"/>
    <p:sldId id="328" r:id="rId91"/>
    <p:sldId id="329" r:id="rId92"/>
    <p:sldId id="330" r:id="rId93"/>
    <p:sldId id="331" r:id="rId94"/>
    <p:sldId id="332" r:id="rId95"/>
    <p:sldId id="333" r:id="rId96"/>
    <p:sldId id="334" r:id="rId97"/>
    <p:sldId id="335" r:id="rId98"/>
    <p:sldId id="336" r:id="rId99"/>
    <p:sldId id="337" r:id="rId100"/>
    <p:sldId id="338" r:id="rId101"/>
    <p:sldId id="339" r:id="rId102"/>
    <p:sldId id="340" r:id="rId103"/>
    <p:sldId id="341" r:id="rId104"/>
    <p:sldId id="342" r:id="rId105"/>
    <p:sldId id="343" r:id="rId106"/>
    <p:sldId id="344" r:id="rId107"/>
    <p:sldId id="345" r:id="rId108"/>
    <p:sldId id="346" r:id="rId109"/>
    <p:sldId id="347" r:id="rId110"/>
    <p:sldId id="348" r:id="rId111"/>
    <p:sldId id="349" r:id="rId112"/>
    <p:sldId id="350" r:id="rId113"/>
    <p:sldId id="351" r:id="rId114"/>
    <p:sldId id="352" r:id="rId115"/>
    <p:sldId id="353" r:id="rId116"/>
    <p:sldId id="354" r:id="rId117"/>
    <p:sldId id="355" r:id="rId118"/>
    <p:sldId id="356" r:id="rId119"/>
    <p:sldId id="357" r:id="rId120"/>
    <p:sldId id="358" r:id="rId121"/>
    <p:sldId id="359" r:id="rId122"/>
    <p:sldId id="360" r:id="rId123"/>
    <p:sldId id="361" r:id="rId124"/>
    <p:sldId id="362" r:id="rId125"/>
    <p:sldId id="363" r:id="rId126"/>
    <p:sldId id="364" r:id="rId127"/>
    <p:sldId id="365" r:id="rId128"/>
    <p:sldId id="366" r:id="rId129"/>
    <p:sldId id="367" r:id="rId130"/>
    <p:sldId id="368" r:id="rId131"/>
    <p:sldId id="369" r:id="rId132"/>
    <p:sldId id="370" r:id="rId133"/>
    <p:sldId id="371" r:id="rId134"/>
    <p:sldId id="372" r:id="rId135"/>
    <p:sldId id="373" r:id="rId136"/>
    <p:sldId id="374" r:id="rId137"/>
    <p:sldId id="375" r:id="rId138"/>
    <p:sldId id="376" r:id="rId139"/>
    <p:sldId id="377" r:id="rId140"/>
    <p:sldId id="378" r:id="rId141"/>
    <p:sldId id="379" r:id="rId142"/>
    <p:sldId id="380" r:id="rId143"/>
    <p:sldId id="381" r:id="rId144"/>
    <p:sldId id="382" r:id="rId145"/>
    <p:sldId id="383" r:id="rId146"/>
    <p:sldId id="384" r:id="rId147"/>
    <p:sldId id="385" r:id="rId148"/>
    <p:sldId id="386" r:id="rId149"/>
    <p:sldId id="387" r:id="rId150"/>
    <p:sldId id="388" r:id="rId151"/>
    <p:sldId id="389" r:id="rId152"/>
    <p:sldId id="390" r:id="rId153"/>
    <p:sldId id="391" r:id="rId154"/>
    <p:sldId id="392" r:id="rId155"/>
    <p:sldId id="393" r:id="rId156"/>
    <p:sldId id="394" r:id="rId157"/>
    <p:sldId id="395" r:id="rId158"/>
    <p:sldId id="396" r:id="rId159"/>
    <p:sldId id="397" r:id="rId160"/>
    <p:sldId id="398" r:id="rId161"/>
    <p:sldId id="399" r:id="rId162"/>
    <p:sldId id="400" r:id="rId163"/>
    <p:sldId id="401" r:id="rId164"/>
    <p:sldId id="402" r:id="rId165"/>
    <p:sldId id="403" r:id="rId166"/>
    <p:sldId id="404" r:id="rId167"/>
    <p:sldId id="405" r:id="rId168"/>
    <p:sldId id="406" r:id="rId169"/>
    <p:sldId id="407" r:id="rId170"/>
    <p:sldId id="408" r:id="rId171"/>
    <p:sldId id="409" r:id="rId172"/>
    <p:sldId id="410" r:id="rId173"/>
    <p:sldId id="411" r:id="rId174"/>
    <p:sldId id="412" r:id="rId175"/>
    <p:sldId id="413" r:id="rId176"/>
    <p:sldId id="414" r:id="rId177"/>
    <p:sldId id="415" r:id="rId178"/>
    <p:sldId id="416" r:id="rId179"/>
    <p:sldId id="417" r:id="rId180"/>
    <p:sldId id="418" r:id="rId181"/>
    <p:sldId id="419" r:id="rId182"/>
    <p:sldId id="420" r:id="rId183"/>
    <p:sldId id="421" r:id="rId184"/>
    <p:sldId id="422" r:id="rId185"/>
    <p:sldId id="423" r:id="rId186"/>
    <p:sldId id="424" r:id="rId187"/>
    <p:sldId id="425" r:id="rId188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Old Standard TT"/>
      <p:regular r:id="rId12"/>
      <p:bold r:id="rId13"/>
      <p:italic r:id="rId14"/>
    </p:embeddedFont>
    <p:embeddedFont>
      <p:font typeface="Playfair Display SemiBol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CVfNMIxhw+xWheRUjMR7i/J1e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4B2E91-1EBA-4B3F-B5BE-DB61B8CC7D37}">
  <a:tblStyle styleId="{A44B2E91-1EBA-4B3F-B5BE-DB61B8CC7D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Relationship Id="rId9" Type="http://schemas.openxmlformats.org/officeDocument/2006/relationships/font" Target="fonts/Roboto-bold.fntdata"/><Relationship Id="rId10" Type="http://schemas.openxmlformats.org/officeDocument/2006/relationships/font" Target="fonts/Roboto-italic.fntdata"/><Relationship Id="rId11" Type="http://schemas.openxmlformats.org/officeDocument/2006/relationships/font" Target="fonts/Roboto-boldItalic.fntdata"/><Relationship Id="rId12" Type="http://schemas.openxmlformats.org/officeDocument/2006/relationships/font" Target="fonts/OldStandardTT-regular.fntdata"/><Relationship Id="rId13" Type="http://schemas.openxmlformats.org/officeDocument/2006/relationships/font" Target="fonts/OldStandardTT-bold.fntdata"/><Relationship Id="rId14" Type="http://schemas.openxmlformats.org/officeDocument/2006/relationships/font" Target="fonts/OldStandardTT-italic.fntdata"/><Relationship Id="rId15" Type="http://schemas.openxmlformats.org/officeDocument/2006/relationships/font" Target="fonts/PlayfairDisplaySemiBold-regular.fntdata"/><Relationship Id="rId16" Type="http://schemas.openxmlformats.org/officeDocument/2006/relationships/font" Target="fonts/PlayfairDisplaySemiBold-bold.fntdata"/><Relationship Id="rId17" Type="http://schemas.openxmlformats.org/officeDocument/2006/relationships/font" Target="fonts/PlayfairDisplaySemiBold-italic.fntdata"/><Relationship Id="rId18" Type="http://schemas.openxmlformats.org/officeDocument/2006/relationships/font" Target="fonts/PlayfairDisplaySemiBold-boldItalic.fntdata"/><Relationship Id="rId19" Type="http://customschemas.google.com/relationships/presentationmetadata" Target="metadata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Relationship Id="rId59" Type="http://schemas.openxmlformats.org/officeDocument/2006/relationships/slide" Target="slides/slide41.xml"/><Relationship Id="rId60" Type="http://schemas.openxmlformats.org/officeDocument/2006/relationships/slide" Target="slides/slide42.xml"/><Relationship Id="rId61" Type="http://schemas.openxmlformats.org/officeDocument/2006/relationships/slide" Target="slides/slide43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4" Type="http://schemas.openxmlformats.org/officeDocument/2006/relationships/slide" Target="slides/slide46.xml"/><Relationship Id="rId65" Type="http://schemas.openxmlformats.org/officeDocument/2006/relationships/slide" Target="slides/slide47.xml"/><Relationship Id="rId66" Type="http://schemas.openxmlformats.org/officeDocument/2006/relationships/slide" Target="slides/slide48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Relationship Id="rId74" Type="http://schemas.openxmlformats.org/officeDocument/2006/relationships/slide" Target="slides/slide56.xml"/><Relationship Id="rId75" Type="http://schemas.openxmlformats.org/officeDocument/2006/relationships/slide" Target="slides/slide57.xml"/><Relationship Id="rId76" Type="http://schemas.openxmlformats.org/officeDocument/2006/relationships/slide" Target="slides/slide58.xml"/><Relationship Id="rId77" Type="http://schemas.openxmlformats.org/officeDocument/2006/relationships/slide" Target="slides/slide59.xml"/><Relationship Id="rId78" Type="http://schemas.openxmlformats.org/officeDocument/2006/relationships/slide" Target="slides/slide60.xml"/><Relationship Id="rId79" Type="http://schemas.openxmlformats.org/officeDocument/2006/relationships/slide" Target="slides/slide61.xml"/><Relationship Id="rId80" Type="http://schemas.openxmlformats.org/officeDocument/2006/relationships/slide" Target="slides/slide62.xml"/><Relationship Id="rId81" Type="http://schemas.openxmlformats.org/officeDocument/2006/relationships/slide" Target="slides/slide63.xml"/><Relationship Id="rId82" Type="http://schemas.openxmlformats.org/officeDocument/2006/relationships/slide" Target="slides/slide64.xml"/><Relationship Id="rId83" Type="http://schemas.openxmlformats.org/officeDocument/2006/relationships/slide" Target="slides/slide65.xml"/><Relationship Id="rId84" Type="http://schemas.openxmlformats.org/officeDocument/2006/relationships/slide" Target="slides/slide66.xml"/><Relationship Id="rId85" Type="http://schemas.openxmlformats.org/officeDocument/2006/relationships/slide" Target="slides/slide67.xml"/><Relationship Id="rId86" Type="http://schemas.openxmlformats.org/officeDocument/2006/relationships/slide" Target="slides/slide68.xml"/><Relationship Id="rId87" Type="http://schemas.openxmlformats.org/officeDocument/2006/relationships/slide" Target="slides/slide69.xml"/><Relationship Id="rId88" Type="http://schemas.openxmlformats.org/officeDocument/2006/relationships/slide" Target="slides/slide70.xml"/><Relationship Id="rId89" Type="http://schemas.openxmlformats.org/officeDocument/2006/relationships/slide" Target="slides/slide71.xml"/><Relationship Id="rId90" Type="http://schemas.openxmlformats.org/officeDocument/2006/relationships/slide" Target="slides/slide72.xml"/><Relationship Id="rId91" Type="http://schemas.openxmlformats.org/officeDocument/2006/relationships/slide" Target="slides/slide73.xml"/><Relationship Id="rId92" Type="http://schemas.openxmlformats.org/officeDocument/2006/relationships/slide" Target="slides/slide74.xml"/><Relationship Id="rId93" Type="http://schemas.openxmlformats.org/officeDocument/2006/relationships/slide" Target="slides/slide75.xml"/><Relationship Id="rId94" Type="http://schemas.openxmlformats.org/officeDocument/2006/relationships/slide" Target="slides/slide76.xml"/><Relationship Id="rId95" Type="http://schemas.openxmlformats.org/officeDocument/2006/relationships/slide" Target="slides/slide77.xml"/><Relationship Id="rId96" Type="http://schemas.openxmlformats.org/officeDocument/2006/relationships/slide" Target="slides/slide78.xml"/><Relationship Id="rId97" Type="http://schemas.openxmlformats.org/officeDocument/2006/relationships/slide" Target="slides/slide79.xml"/><Relationship Id="rId98" Type="http://schemas.openxmlformats.org/officeDocument/2006/relationships/slide" Target="slides/slide80.xml"/><Relationship Id="rId99" Type="http://schemas.openxmlformats.org/officeDocument/2006/relationships/slide" Target="slides/slide81.xml"/><Relationship Id="rId100" Type="http://schemas.openxmlformats.org/officeDocument/2006/relationships/slide" Target="slides/slide82.xml"/><Relationship Id="rId101" Type="http://schemas.openxmlformats.org/officeDocument/2006/relationships/slide" Target="slides/slide83.xml"/><Relationship Id="rId102" Type="http://schemas.openxmlformats.org/officeDocument/2006/relationships/slide" Target="slides/slide84.xml"/><Relationship Id="rId103" Type="http://schemas.openxmlformats.org/officeDocument/2006/relationships/slide" Target="slides/slide85.xml"/><Relationship Id="rId104" Type="http://schemas.openxmlformats.org/officeDocument/2006/relationships/slide" Target="slides/slide86.xml"/><Relationship Id="rId105" Type="http://schemas.openxmlformats.org/officeDocument/2006/relationships/slide" Target="slides/slide87.xml"/><Relationship Id="rId106" Type="http://schemas.openxmlformats.org/officeDocument/2006/relationships/slide" Target="slides/slide88.xml"/><Relationship Id="rId107" Type="http://schemas.openxmlformats.org/officeDocument/2006/relationships/slide" Target="slides/slide89.xml"/><Relationship Id="rId108" Type="http://schemas.openxmlformats.org/officeDocument/2006/relationships/slide" Target="slides/slide90.xml"/><Relationship Id="rId109" Type="http://schemas.openxmlformats.org/officeDocument/2006/relationships/slide" Target="slides/slide91.xml"/><Relationship Id="rId110" Type="http://schemas.openxmlformats.org/officeDocument/2006/relationships/slide" Target="slides/slide92.xml"/><Relationship Id="rId111" Type="http://schemas.openxmlformats.org/officeDocument/2006/relationships/slide" Target="slides/slide93.xml"/><Relationship Id="rId112" Type="http://schemas.openxmlformats.org/officeDocument/2006/relationships/slide" Target="slides/slide94.xml"/><Relationship Id="rId113" Type="http://schemas.openxmlformats.org/officeDocument/2006/relationships/slide" Target="slides/slide95.xml"/><Relationship Id="rId114" Type="http://schemas.openxmlformats.org/officeDocument/2006/relationships/slide" Target="slides/slide96.xml"/><Relationship Id="rId115" Type="http://schemas.openxmlformats.org/officeDocument/2006/relationships/slide" Target="slides/slide97.xml"/><Relationship Id="rId116" Type="http://schemas.openxmlformats.org/officeDocument/2006/relationships/slide" Target="slides/slide98.xml"/><Relationship Id="rId117" Type="http://schemas.openxmlformats.org/officeDocument/2006/relationships/slide" Target="slides/slide99.xml"/><Relationship Id="rId118" Type="http://schemas.openxmlformats.org/officeDocument/2006/relationships/slide" Target="slides/slide100.xml"/><Relationship Id="rId119" Type="http://schemas.openxmlformats.org/officeDocument/2006/relationships/slide" Target="slides/slide101.xml"/><Relationship Id="rId120" Type="http://schemas.openxmlformats.org/officeDocument/2006/relationships/slide" Target="slides/slide102.xml"/><Relationship Id="rId121" Type="http://schemas.openxmlformats.org/officeDocument/2006/relationships/slide" Target="slides/slide103.xml"/><Relationship Id="rId122" Type="http://schemas.openxmlformats.org/officeDocument/2006/relationships/slide" Target="slides/slide104.xml"/><Relationship Id="rId123" Type="http://schemas.openxmlformats.org/officeDocument/2006/relationships/slide" Target="slides/slide105.xml"/><Relationship Id="rId124" Type="http://schemas.openxmlformats.org/officeDocument/2006/relationships/slide" Target="slides/slide106.xml"/><Relationship Id="rId125" Type="http://schemas.openxmlformats.org/officeDocument/2006/relationships/slide" Target="slides/slide107.xml"/><Relationship Id="rId126" Type="http://schemas.openxmlformats.org/officeDocument/2006/relationships/slide" Target="slides/slide108.xml"/><Relationship Id="rId127" Type="http://schemas.openxmlformats.org/officeDocument/2006/relationships/slide" Target="slides/slide109.xml"/><Relationship Id="rId128" Type="http://schemas.openxmlformats.org/officeDocument/2006/relationships/slide" Target="slides/slide110.xml"/><Relationship Id="rId129" Type="http://schemas.openxmlformats.org/officeDocument/2006/relationships/slide" Target="slides/slide111.xml"/><Relationship Id="rId130" Type="http://schemas.openxmlformats.org/officeDocument/2006/relationships/slide" Target="slides/slide112.xml"/><Relationship Id="rId131" Type="http://schemas.openxmlformats.org/officeDocument/2006/relationships/slide" Target="slides/slide113.xml"/><Relationship Id="rId132" Type="http://schemas.openxmlformats.org/officeDocument/2006/relationships/slide" Target="slides/slide114.xml"/><Relationship Id="rId133" Type="http://schemas.openxmlformats.org/officeDocument/2006/relationships/slide" Target="slides/slide115.xml"/><Relationship Id="rId134" Type="http://schemas.openxmlformats.org/officeDocument/2006/relationships/slide" Target="slides/slide116.xml"/><Relationship Id="rId135" Type="http://schemas.openxmlformats.org/officeDocument/2006/relationships/slide" Target="slides/slide117.xml"/><Relationship Id="rId136" Type="http://schemas.openxmlformats.org/officeDocument/2006/relationships/slide" Target="slides/slide118.xml"/><Relationship Id="rId137" Type="http://schemas.openxmlformats.org/officeDocument/2006/relationships/slide" Target="slides/slide119.xml"/><Relationship Id="rId138" Type="http://schemas.openxmlformats.org/officeDocument/2006/relationships/slide" Target="slides/slide120.xml"/><Relationship Id="rId139" Type="http://schemas.openxmlformats.org/officeDocument/2006/relationships/slide" Target="slides/slide121.xml"/><Relationship Id="rId140" Type="http://schemas.openxmlformats.org/officeDocument/2006/relationships/slide" Target="slides/slide122.xml"/><Relationship Id="rId141" Type="http://schemas.openxmlformats.org/officeDocument/2006/relationships/slide" Target="slides/slide123.xml"/><Relationship Id="rId142" Type="http://schemas.openxmlformats.org/officeDocument/2006/relationships/slide" Target="slides/slide124.xml"/><Relationship Id="rId143" Type="http://schemas.openxmlformats.org/officeDocument/2006/relationships/slide" Target="slides/slide125.xml"/><Relationship Id="rId144" Type="http://schemas.openxmlformats.org/officeDocument/2006/relationships/slide" Target="slides/slide126.xml"/><Relationship Id="rId145" Type="http://schemas.openxmlformats.org/officeDocument/2006/relationships/slide" Target="slides/slide127.xml"/><Relationship Id="rId146" Type="http://schemas.openxmlformats.org/officeDocument/2006/relationships/slide" Target="slides/slide128.xml"/><Relationship Id="rId147" Type="http://schemas.openxmlformats.org/officeDocument/2006/relationships/slide" Target="slides/slide129.xml"/><Relationship Id="rId148" Type="http://schemas.openxmlformats.org/officeDocument/2006/relationships/slide" Target="slides/slide130.xml"/><Relationship Id="rId149" Type="http://schemas.openxmlformats.org/officeDocument/2006/relationships/slide" Target="slides/slide131.xml"/><Relationship Id="rId150" Type="http://schemas.openxmlformats.org/officeDocument/2006/relationships/slide" Target="slides/slide132.xml"/><Relationship Id="rId151" Type="http://schemas.openxmlformats.org/officeDocument/2006/relationships/slide" Target="slides/slide133.xml"/><Relationship Id="rId152" Type="http://schemas.openxmlformats.org/officeDocument/2006/relationships/slide" Target="slides/slide134.xml"/><Relationship Id="rId153" Type="http://schemas.openxmlformats.org/officeDocument/2006/relationships/slide" Target="slides/slide135.xml"/><Relationship Id="rId154" Type="http://schemas.openxmlformats.org/officeDocument/2006/relationships/slide" Target="slides/slide136.xml"/><Relationship Id="rId155" Type="http://schemas.openxmlformats.org/officeDocument/2006/relationships/slide" Target="slides/slide137.xml"/><Relationship Id="rId156" Type="http://schemas.openxmlformats.org/officeDocument/2006/relationships/slide" Target="slides/slide138.xml"/><Relationship Id="rId157" Type="http://schemas.openxmlformats.org/officeDocument/2006/relationships/slide" Target="slides/slide139.xml"/><Relationship Id="rId158" Type="http://schemas.openxmlformats.org/officeDocument/2006/relationships/slide" Target="slides/slide140.xml"/><Relationship Id="rId159" Type="http://schemas.openxmlformats.org/officeDocument/2006/relationships/slide" Target="slides/slide141.xml"/><Relationship Id="rId160" Type="http://schemas.openxmlformats.org/officeDocument/2006/relationships/slide" Target="slides/slide142.xml"/><Relationship Id="rId161" Type="http://schemas.openxmlformats.org/officeDocument/2006/relationships/slide" Target="slides/slide143.xml"/><Relationship Id="rId162" Type="http://schemas.openxmlformats.org/officeDocument/2006/relationships/slide" Target="slides/slide144.xml"/><Relationship Id="rId163" Type="http://schemas.openxmlformats.org/officeDocument/2006/relationships/slide" Target="slides/slide145.xml"/><Relationship Id="rId164" Type="http://schemas.openxmlformats.org/officeDocument/2006/relationships/slide" Target="slides/slide146.xml"/><Relationship Id="rId165" Type="http://schemas.openxmlformats.org/officeDocument/2006/relationships/slide" Target="slides/slide147.xml"/><Relationship Id="rId166" Type="http://schemas.openxmlformats.org/officeDocument/2006/relationships/slide" Target="slides/slide148.xml"/><Relationship Id="rId167" Type="http://schemas.openxmlformats.org/officeDocument/2006/relationships/slide" Target="slides/slide149.xml"/><Relationship Id="rId168" Type="http://schemas.openxmlformats.org/officeDocument/2006/relationships/slide" Target="slides/slide150.xml"/><Relationship Id="rId169" Type="http://schemas.openxmlformats.org/officeDocument/2006/relationships/slide" Target="slides/slide151.xml"/><Relationship Id="rId170" Type="http://schemas.openxmlformats.org/officeDocument/2006/relationships/slide" Target="slides/slide152.xml"/><Relationship Id="rId171" Type="http://schemas.openxmlformats.org/officeDocument/2006/relationships/slide" Target="slides/slide153.xml"/><Relationship Id="rId172" Type="http://schemas.openxmlformats.org/officeDocument/2006/relationships/slide" Target="slides/slide154.xml"/><Relationship Id="rId173" Type="http://schemas.openxmlformats.org/officeDocument/2006/relationships/slide" Target="slides/slide155.xml"/><Relationship Id="rId174" Type="http://schemas.openxmlformats.org/officeDocument/2006/relationships/slide" Target="slides/slide156.xml"/><Relationship Id="rId175" Type="http://schemas.openxmlformats.org/officeDocument/2006/relationships/slide" Target="slides/slide157.xml"/><Relationship Id="rId176" Type="http://schemas.openxmlformats.org/officeDocument/2006/relationships/slide" Target="slides/slide158.xml"/><Relationship Id="rId177" Type="http://schemas.openxmlformats.org/officeDocument/2006/relationships/slide" Target="slides/slide159.xml"/><Relationship Id="rId178" Type="http://schemas.openxmlformats.org/officeDocument/2006/relationships/slide" Target="slides/slide160.xml"/><Relationship Id="rId179" Type="http://schemas.openxmlformats.org/officeDocument/2006/relationships/slide" Target="slides/slide161.xml"/><Relationship Id="rId180" Type="http://schemas.openxmlformats.org/officeDocument/2006/relationships/slide" Target="slides/slide162.xml"/><Relationship Id="rId181" Type="http://schemas.openxmlformats.org/officeDocument/2006/relationships/slide" Target="slides/slide163.xml"/><Relationship Id="rId182" Type="http://schemas.openxmlformats.org/officeDocument/2006/relationships/slide" Target="slides/slide164.xml"/><Relationship Id="rId183" Type="http://schemas.openxmlformats.org/officeDocument/2006/relationships/slide" Target="slides/slide165.xml"/><Relationship Id="rId184" Type="http://schemas.openxmlformats.org/officeDocument/2006/relationships/slide" Target="slides/slide166.xml"/><Relationship Id="rId185" Type="http://schemas.openxmlformats.org/officeDocument/2006/relationships/slide" Target="slides/slide167.xml"/><Relationship Id="rId186" Type="http://schemas.openxmlformats.org/officeDocument/2006/relationships/slide" Target="slides/slide168.xml"/><Relationship Id="rId187" Type="http://schemas.openxmlformats.org/officeDocument/2006/relationships/slide" Target="slides/slide169.xml"/><Relationship Id="rId188" Type="http://schemas.openxmlformats.org/officeDocument/2006/relationships/slide" Target="slides/slide1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7e2366264_2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f7e2366264_2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7cebd0bed_0_1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" name="Google Shape;11;g2f7cebd0bed_0_1118"/>
          <p:cNvGraphicFramePr/>
          <p:nvPr/>
        </p:nvGraphicFramePr>
        <p:xfrm>
          <a:off x="-12" y="1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{A44B2E91-1EBA-4B3F-B5BE-DB61B8CC7D37}</a:tableStyleId>
              </a:tblPr>
              <a:tblGrid>
                <a:gridCol w="4582700"/>
                <a:gridCol w="4561300"/>
              </a:tblGrid>
              <a:tr h="37657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777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5756">
                        <a:alpha val="40000"/>
                      </a:srgbClr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2" name="Google Shape;12;g2f7cebd0bed_0_1118"/>
          <p:cNvSpPr txBox="1"/>
          <p:nvPr>
            <p:ph type="title"/>
          </p:nvPr>
        </p:nvSpPr>
        <p:spPr>
          <a:xfrm>
            <a:off x="0" y="3765775"/>
            <a:ext cx="52251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Playfair Display SemiBold"/>
              <a:buNone/>
              <a:defRPr sz="38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" name="Google Shape;13;g2f7cebd0bed_0_1118"/>
          <p:cNvSpPr txBox="1"/>
          <p:nvPr>
            <p:ph idx="2" type="title"/>
          </p:nvPr>
        </p:nvSpPr>
        <p:spPr>
          <a:xfrm>
            <a:off x="5274875" y="3765675"/>
            <a:ext cx="38691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Old Standard TT"/>
              <a:buNone/>
              <a:defRPr b="1" sz="3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4" name="Google Shape;14;g2f7cebd0bed_0_1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100" y="223175"/>
            <a:ext cx="3282224" cy="33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7cebd0bed_0_1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" name="Google Shape;11;g2f7cebd0bed_0_1118"/>
          <p:cNvGraphicFramePr/>
          <p:nvPr/>
        </p:nvGraphicFramePr>
        <p:xfrm>
          <a:off x="-12" y="1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{A44B2E91-1EBA-4B3F-B5BE-DB61B8CC7D37}</a:tableStyleId>
              </a:tblPr>
              <a:tblGrid>
                <a:gridCol w="4582700"/>
                <a:gridCol w="4561300"/>
              </a:tblGrid>
              <a:tr h="37657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777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5756">
                        <a:alpha val="40000"/>
                      </a:srgbClr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2" name="Google Shape;12;g2f7cebd0bed_0_1118"/>
          <p:cNvSpPr txBox="1"/>
          <p:nvPr>
            <p:ph type="title"/>
          </p:nvPr>
        </p:nvSpPr>
        <p:spPr>
          <a:xfrm>
            <a:off x="0" y="3765775"/>
            <a:ext cx="52251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Playfair Display SemiBold"/>
              <a:buNone/>
              <a:defRPr sz="38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" name="Google Shape;13;g2f7cebd0bed_0_1118"/>
          <p:cNvSpPr txBox="1"/>
          <p:nvPr>
            <p:ph idx="2" type="title"/>
          </p:nvPr>
        </p:nvSpPr>
        <p:spPr>
          <a:xfrm>
            <a:off x="5274875" y="3765675"/>
            <a:ext cx="38691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Old Standard TT"/>
              <a:buNone/>
              <a:defRPr b="1" sz="3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4" name="Google Shape;14;g2f7cebd0bed_0_1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100" y="223175"/>
            <a:ext cx="3282224" cy="33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g2f7cebd0bed_0_104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7" name="Google Shape;17;g2f7cebd0bed_0_104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2f7cebd0bed_0_104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f7cebd0bed_0_104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2f7cebd0bed_0_104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f7cebd0bed_0_104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2f7cebd0bed_0_1046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2f7cebd0bed_0_104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2f7cebd0bed_0_104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g2f7cebd0bed_0_104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7" name="Google Shape;17;g2f7cebd0bed_0_104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2f7cebd0bed_0_104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f7cebd0bed_0_104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2f7cebd0bed_0_104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f7cebd0bed_0_104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2f7cebd0bed_0_1046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2f7cebd0bed_0_104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2f7cebd0bed_0_104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g2f7cebd0bed_0_105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7" name="Google Shape;27;g2f7cebd0bed_0_105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2f7cebd0bed_0_105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2f7cebd0bed_0_105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2f7cebd0bed_0_105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f7cebd0bed_0_105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g2f7cebd0bed_0_105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g2f7cebd0bed_0_105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g2f7cebd0bed_0_105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7" name="Google Shape;27;g2f7cebd0bed_0_105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2f7cebd0bed_0_105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2f7cebd0bed_0_105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2f7cebd0bed_0_105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f7cebd0bed_0_105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g2f7cebd0bed_0_105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g2f7cebd0bed_0_105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g2f7cebd0bed_0_106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6" name="Google Shape;36;g2f7cebd0bed_0_106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2f7cebd0bed_0_106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f7cebd0bed_0_106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f7cebd0bed_0_106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f7cebd0bed_0_106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g2f7cebd0bed_0_106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g2f7cebd0bed_0_106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g2f7cebd0bed_0_106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g2f7cebd0bed_0_106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6" name="Google Shape;36;g2f7cebd0bed_0_106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2f7cebd0bed_0_106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f7cebd0bed_0_106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f7cebd0bed_0_106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f7cebd0bed_0_106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g2f7cebd0bed_0_106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g2f7cebd0bed_0_106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g2f7cebd0bed_0_106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f7cebd0bed_0_107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g2f7cebd0bed_0_107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2f7cebd0bed_0_107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g2f7cebd0bed_0_107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f7cebd0bed_0_107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g2f7cebd0bed_0_107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2f7cebd0bed_0_107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g2f7cebd0bed_0_107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f7cebd0bed_0_108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g2f7cebd0bed_0_108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f7cebd0bed_0_108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g2f7cebd0bed_0_108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f7cebd0bed_0_108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g2f7cebd0bed_0_1083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g2f7cebd0bed_0_108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f7cebd0bed_0_108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g2f7cebd0bed_0_1083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g2f7cebd0bed_0_108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2f7cebd0bed_0_108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g2f7cebd0bed_0_108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f7cebd0bed_0_108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2f7cebd0bed_0_108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f7cebd0bed_0_108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f7cebd0bed_0_108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g2f7cebd0bed_0_108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2f7cebd0bed_0_108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2f7cebd0bed_0_108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g2f7cebd0bed_0_108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f7cebd0bed_0_108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2f7cebd0bed_0_108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f7cebd0bed_0_108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f7cebd0bed_0_108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g2f7cebd0bed_0_108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2f7cebd0bed_0_108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7cebd0bed_0_1096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g2f7cebd0bed_0_109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g2f7cebd0bed_0_109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" name="Google Shape;69;g2f7cebd0bed_0_109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g2f7cebd0bed_0_109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g2f7cebd0bed_0_109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7cebd0bed_0_1096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g2f7cebd0bed_0_109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g2f7cebd0bed_0_109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" name="Google Shape;69;g2f7cebd0bed_0_109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g2f7cebd0bed_0_109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g2f7cebd0bed_0_109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7cebd0bed_0_110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g2f7cebd0bed_0_110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7cebd0bed_0_110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g2f7cebd0bed_0_110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g2f7cebd0bed_0_110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7" name="Google Shape;77;g2f7cebd0bed_0_110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f7cebd0bed_0_110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2f7cebd0bed_0_110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f7cebd0bed_0_110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2f7cebd0bed_0_110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g2f7cebd0bed_0_1106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g2f7cebd0bed_0_1106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g2f7cebd0bed_0_110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g2f7cebd0bed_0_110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7" name="Google Shape;77;g2f7cebd0bed_0_110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f7cebd0bed_0_110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2f7cebd0bed_0_110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f7cebd0bed_0_110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2f7cebd0bed_0_110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g2f7cebd0bed_0_1106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g2f7cebd0bed_0_1106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g2f7cebd0bed_0_110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7cebd0bed_0_11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7cebd0bed_0_11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f7cebd0bed_0_10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2f7cebd0bed_0_104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2f7cebd0bed_0_104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f7cebd0bed_0_10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2f7cebd0bed_0_104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2f7cebd0bed_0_104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7e2366264_2_2108"/>
          <p:cNvSpPr txBox="1"/>
          <p:nvPr>
            <p:ph type="title"/>
          </p:nvPr>
        </p:nvSpPr>
        <p:spPr>
          <a:xfrm>
            <a:off x="0" y="3765775"/>
            <a:ext cx="52251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/>
              <a:t>Name: Arya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/>
              <a:t>Category: All Rounder</a:t>
            </a:r>
            <a:endParaRPr/>
          </a:p>
        </p:txBody>
      </p:sp>
      <p:sp>
        <p:nvSpPr>
          <p:cNvPr id="92" name="Google Shape;92;g2f7e2366264_2_2108"/>
          <p:cNvSpPr txBox="1"/>
          <p:nvPr>
            <p:ph idx="2" type="title"/>
          </p:nvPr>
        </p:nvSpPr>
        <p:spPr>
          <a:xfrm>
            <a:off x="5274875" y="3765675"/>
            <a:ext cx="38691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/>
              <a:t>Age: 30 years Ph: 9611999614</a:t>
            </a:r>
            <a:endParaRPr/>
          </a:p>
        </p:txBody>
      </p:sp>
      <p:pic>
        <p:nvPicPr>
          <p:cNvPr id="93" name="Google Shape;93;g2f7e2366264_2_2108"/>
          <p:cNvPicPr preferRelativeResize="0"/>
          <p:nvPr/>
        </p:nvPicPr>
        <p:blipFill rotWithShape="1">
          <a:blip r:embed="rId3">
            <a:alphaModFix/>
          </a:blip>
          <a:srcRect b="1487" l="-23336" r="-25207" t="0"/>
          <a:stretch/>
        </p:blipFill>
        <p:spPr>
          <a:xfrm>
            <a:off x="662023" y="229825"/>
            <a:ext cx="3335899" cy="3300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6998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05" y="229825"/>
            <a:ext cx="14889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 Ravindranath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9986998229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28907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Aditya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9902890795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795259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Afthab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7795259224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619379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Ambrish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7619379377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1084447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Anil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9108444706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11156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802" y="229825"/>
            <a:ext cx="178834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Anil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9901115633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3107143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Anil Kumar B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8310714306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3806199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Anil Kumar HR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9380619989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233888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05" y="229825"/>
            <a:ext cx="14889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Anil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8123388804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3866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47" y="229825"/>
            <a:ext cx="220285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Arjun Ramesh Tendulkar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9742386644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04892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Arun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9740489284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119996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745" y="229825"/>
            <a:ext cx="221245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Arya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9611999614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237449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77792"/>
            <a:ext cx="3335899" cy="3204218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Avinash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8123744990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6939083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46" y="229825"/>
            <a:ext cx="32820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Azhar Khan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8693908342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202066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38" y="229825"/>
            <a:ext cx="148506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Babu Prasad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9620206600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148634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Basavaraj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9148634810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111444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Basavaraj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9611144490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8279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467576"/>
            <a:ext cx="3335899" cy="2824650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BC Harish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9845827989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232632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88" y="229825"/>
            <a:ext cx="1861169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Bharath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8123263208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03103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Bharath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9900310361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325587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Bharath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9632558777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6767654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97" y="229825"/>
            <a:ext cx="328515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Bharath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7676765445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230543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52" y="229825"/>
            <a:ext cx="287284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Bhargav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8123054335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635109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628939"/>
            <a:ext cx="3335899" cy="2501924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Chandrashekar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9663510908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456217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Chetan Kumar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Bowler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9945621717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111116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Chetan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9611111666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0087963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50" y="229825"/>
            <a:ext cx="252364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Chethan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9008796333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9444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Chethan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9845944474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458294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665" y="229825"/>
            <a:ext cx="212261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Chethan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9945829499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09223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Devendra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9900922363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988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Dhanush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9535988176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388994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475" y="229825"/>
            <a:ext cx="222899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Dhanush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9738899414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411352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84157"/>
            <a:ext cx="3335899" cy="3191487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Dhanush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7411352556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Google Shape;93;g2f7e2366264_2_2108"/>
          <p:cNvPicPr preferRelativeResize="0"/>
          <p:nvPr/>
        </p:nvPicPr>
        <p:blipFill rotWithShape="1">
          <a:blip r:embed="rId3">
            <a:alphaModFix/>
          </a:blip>
          <a:srcRect b="1487" l="-23336" r="-25207" t="0"/>
          <a:stretch/>
        </p:blipFill>
        <p:spPr>
          <a:xfrm>
            <a:off x="662023" y="229825"/>
            <a:ext cx="3335899" cy="33001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Dhanush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9980598523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Google Shape;93;g2f7e2366264_2_2108"/>
          <p:cNvPicPr preferRelativeResize="0"/>
          <p:nvPr/>
        </p:nvPicPr>
        <p:blipFill rotWithShape="1">
          <a:blip r:embed="rId3">
            <a:alphaModFix/>
          </a:blip>
          <a:srcRect b="1487" l="-23336" r="-25207" t="0"/>
          <a:stretch/>
        </p:blipFill>
        <p:spPr>
          <a:xfrm>
            <a:off x="662023" y="229825"/>
            <a:ext cx="3335899" cy="33001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Dharshan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9886311767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66688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92" y="229825"/>
            <a:ext cx="200136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Dhruva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9886668883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0084818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56752"/>
            <a:ext cx="3335899" cy="3246298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Dishank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9008481848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5347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65" y="229825"/>
            <a:ext cx="156241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Girish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9745347173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0676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Gopinath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9900676026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4117213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Goutham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7411721373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7609934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60" y="229825"/>
            <a:ext cx="317622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Govardhan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7760993459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866236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87" y="229825"/>
            <a:ext cx="319217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Guru Raghavendra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9686623625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2032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Harish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9902032229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Google Shape;93;g2f7e2366264_2_2108"/>
          <p:cNvPicPr preferRelativeResize="0"/>
          <p:nvPr/>
        </p:nvPicPr>
        <p:blipFill rotWithShape="1">
          <a:blip r:embed="rId3">
            <a:alphaModFix/>
          </a:blip>
          <a:srcRect b="1487" l="-23336" r="-25207" t="0"/>
          <a:stretch/>
        </p:blipFill>
        <p:spPr>
          <a:xfrm>
            <a:off x="662023" y="229825"/>
            <a:ext cx="3335899" cy="33001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Hitesh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9739050679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035751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58" y="229825"/>
            <a:ext cx="324582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Indresh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9035751115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01817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Ishthiyak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9980181786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136312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05" y="229825"/>
            <a:ext cx="191273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Jaga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9513631219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09006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539000"/>
            <a:ext cx="3335899" cy="2681801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Jitin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9900900666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259693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94319"/>
            <a:ext cx="3335899" cy="3171163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Kailash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7259693680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315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Kantha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9742315080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7988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Karagappa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9845798817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724189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33" y="229825"/>
            <a:ext cx="323507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Karthik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9972418999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8803888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05" y="229825"/>
            <a:ext cx="24725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Karthik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8880388889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9711104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64" y="229825"/>
            <a:ext cx="2634216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Kashif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8971110413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08344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35" y="229825"/>
            <a:ext cx="256607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Kiran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9740834449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0225508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22" y="229825"/>
            <a:ext cx="220010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Kiran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7022550833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8993921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44" y="229825"/>
            <a:ext cx="2605057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Kishan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7899392188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815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37" y="229825"/>
            <a:ext cx="297787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Kishore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9535815098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86333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301233"/>
            <a:ext cx="3335899" cy="315733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Krishnamurthy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Bowler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9686333928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3386324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7338632438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393636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00" y="229825"/>
            <a:ext cx="263394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Kunal Bhargava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9739363656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0616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383946"/>
            <a:ext cx="3335899" cy="2991909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Likith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Bowler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9880616057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3496513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Lingraj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7349651319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0221908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26" y="229825"/>
            <a:ext cx="3005293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Lokesh 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7022190895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866163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 Vamshi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9686616327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0508672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Madhu Prasad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8050867265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3555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2" y="229825"/>
            <a:ext cx="105348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Mahadev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9742355554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04783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Mahadev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9900478358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639933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09" y="229825"/>
            <a:ext cx="2468926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Mahesh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9663993399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134656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64" y="229825"/>
            <a:ext cx="2540017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Mallikarjun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Bowler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9513465666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169763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893" y="229825"/>
            <a:ext cx="149215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9916976357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64821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08" y="229825"/>
            <a:ext cx="261852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Bowler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9964821055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451942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 NM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9945194297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30155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9743015567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64399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9964399249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47429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2" y="229825"/>
            <a:ext cx="261398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8147429118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63620494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Manjunatha 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6362049445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Google Shape;93;g2f7e2366264_2_2108"/>
          <p:cNvPicPr preferRelativeResize="0"/>
          <p:nvPr/>
        </p:nvPicPr>
        <p:blipFill rotWithShape="1">
          <a:blip r:embed="rId3">
            <a:alphaModFix/>
          </a:blip>
          <a:srcRect b="1487" l="-23336" r="-25207" t="0"/>
          <a:stretch/>
        </p:blipFill>
        <p:spPr>
          <a:xfrm>
            <a:off x="662023" y="229825"/>
            <a:ext cx="3335899" cy="33001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Manjunth 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9591589009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Manoj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8310511078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917555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Mithun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9591755567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14408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513304"/>
            <a:ext cx="3335899" cy="2733194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Mithun Murthy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9741440817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6646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767712"/>
            <a:ext cx="3335899" cy="2224377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Mithun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9986646222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3532643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Mohamad 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9353264372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1489383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35" y="229825"/>
            <a:ext cx="260327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Mohan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9148938382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0148413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379925"/>
            <a:ext cx="3335899" cy="2999951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Mohan Rao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7014841335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395869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Munikrishna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9739586978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397217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71" y="229825"/>
            <a:ext cx="2600803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Murugesh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9739721772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976617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190" y="229825"/>
            <a:ext cx="219956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Nagavendra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8197661719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64500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Nandan Chaitanya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9964500100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6897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Narayana Swamy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9535689777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02968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384498"/>
            <a:ext cx="3335899" cy="2990806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Narayanaswamy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9880296843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867282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22" y="229825"/>
            <a:ext cx="317270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Naveen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8867282226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Naveen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9902785999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10966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116" y="229825"/>
            <a:ext cx="148571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Naveen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9901096669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911018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Nikhil Prabhakar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9591101802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9916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628939"/>
            <a:ext cx="3335899" cy="2501924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Nitesh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9535991650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9047749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05" y="229825"/>
            <a:ext cx="14889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Nithin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8904774933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61883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Noorulla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9986188370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5544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765763"/>
            <a:ext cx="3335899" cy="2228276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Pradeep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9845554410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114949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549939"/>
            <a:ext cx="3335899" cy="2659923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Pradeep 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Bowler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9611494999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071198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38" y="229825"/>
            <a:ext cx="148506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Prajwal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9071198321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7156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82" y="229825"/>
            <a:ext cx="232898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Prakash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9742715666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07393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85" y="229825"/>
            <a:ext cx="329557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Praveen Kumar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9880739393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6360452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36" y="229825"/>
            <a:ext cx="3291073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Punith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6360452535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08045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13" y="229825"/>
            <a:ext cx="3236119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 Prajwal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9980804533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6634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Rajesh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9986634888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06699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256" y="229825"/>
            <a:ext cx="185543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Rajesh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9880669969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976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Rama Chandra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9845976133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727234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Ramesh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9972723408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86208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63" y="229825"/>
            <a:ext cx="1812019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Ranjith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9686208176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11106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60" y="229825"/>
            <a:ext cx="160882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Ravi Kumar BK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9611106928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036110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Ravindra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9036110064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Rohit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19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9972629127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67493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Roshan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9886749342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3802348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402994"/>
            <a:ext cx="3335899" cy="2953813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 Manish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9380234874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2173475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47" y="229825"/>
            <a:ext cx="2791250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Sachin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8217347563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0739436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46" y="229825"/>
            <a:ext cx="1926053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Sachin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8073943636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8076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480976"/>
            <a:ext cx="3335899" cy="2797850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Sandeep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9538076343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383423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99738"/>
            <a:ext cx="3335899" cy="316032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Sandeep Kumar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9738342349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0548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Sandeep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9980548880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6015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43" y="229825"/>
            <a:ext cx="3287459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Sandeep Wadhawan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9986015073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2178538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04" y="229825"/>
            <a:ext cx="3260537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Sanjay BK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8217853871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470114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52" y="229825"/>
            <a:ext cx="219924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Sanjay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8147011437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201914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Sanjay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9620191414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Google Shape;93;g2f7e2366264_2_2108"/>
          <p:cNvPicPr preferRelativeResize="0"/>
          <p:nvPr/>
        </p:nvPicPr>
        <p:blipFill rotWithShape="1">
          <a:blip r:embed="rId3">
            <a:alphaModFix/>
          </a:blip>
          <a:srcRect b="1487" l="-23336" r="-25207" t="0"/>
          <a:stretch/>
        </p:blipFill>
        <p:spPr>
          <a:xfrm>
            <a:off x="662023" y="229825"/>
            <a:ext cx="3335899" cy="33001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Sanjay Kumar Appi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9019913566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3722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Santhosh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9845372233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323224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68556"/>
            <a:ext cx="3335899" cy="3222689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Saravana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9632322485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5336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22" y="229825"/>
            <a:ext cx="220010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Satyajit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9535533664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5897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Shankar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9742589701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022731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65" y="229825"/>
            <a:ext cx="25278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Sharanu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7022731680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7955822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Shashank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7795582288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1488497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Shashi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9148849740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1480463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403792"/>
            <a:ext cx="3335899" cy="2952217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Shashidhar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9148046396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3254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25" y="229825"/>
            <a:ext cx="318569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Shashidhar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9632541001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866752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86" y="229825"/>
            <a:ext cx="2360373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9986675261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4497775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415189"/>
            <a:ext cx="3335899" cy="2929423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Shiva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9449777563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079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07" y="229825"/>
            <a:ext cx="286013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Shiva Kumar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9845079668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7602185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Shiva Prasad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7760218518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204691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73" y="229825"/>
            <a:ext cx="2960199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Shivanand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31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7204691096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168124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48" y="229825"/>
            <a:ext cx="1505049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Shivaraj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9916812444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86229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Siddalinga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9686229057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8658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Sridhar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29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9538658262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065759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Sridhar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9606575937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053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750" y="229825"/>
            <a:ext cx="209244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Srikanth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9535053189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63609375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89" y="229825"/>
            <a:ext cx="3145967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Subramani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6360937589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2294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29" y="229825"/>
            <a:ext cx="2603887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Subramani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9902294137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87729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025" y="229825"/>
            <a:ext cx="156789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Sudeep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20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9538772943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63355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71" y="229825"/>
            <a:ext cx="2956603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Sujan Reddy B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9886335511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2961517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22" y="229825"/>
            <a:ext cx="220010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Suman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Batsman, Wicket Keeper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8296151789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641223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Sunil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9964122322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3174483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Sunil Diesel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Wicket Keeper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8317448327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6767612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98" y="229825"/>
            <a:ext cx="247994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Tarun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7676761221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8990495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82928"/>
            <a:ext cx="3335899" cy="319394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Uday Kiran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7899049568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80080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Uday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9880080119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900100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80" y="229825"/>
            <a:ext cx="256678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Umesh BK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9900100178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845573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Vajresh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9845573427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113605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Varchas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9611360570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0605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Vasanth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28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9742060594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91383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38" y="229825"/>
            <a:ext cx="1485068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Vijay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42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9591383139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6195184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Vikas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7619518400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7423212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5" y="229825"/>
            <a:ext cx="247511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Vinay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9742321215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123265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6" y="229825"/>
            <a:ext cx="3300152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Vinay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23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8123265156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1139414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5" y="229825"/>
            <a:ext cx="3181494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Vinay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9113941421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76767623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2" y="229825"/>
            <a:ext cx="3307041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Vishwas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26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7676762367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32138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781534"/>
            <a:ext cx="3335899" cy="2196734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VR Kshatriya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32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All Rounder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9632138055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008659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84" y="229825"/>
            <a:ext cx="3063377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Yash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24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9008659880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8073713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29" y="229825"/>
            <a:ext cx="2791086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Yeshwanth B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8073713026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5355004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05" y="229825"/>
            <a:ext cx="1856335" cy="330015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Yeshwanth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27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9535500446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3" name="Picture 92" descr="96203102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3" y="252485"/>
            <a:ext cx="3335899" cy="3254832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0" y="41148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Yuvaraj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25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Batsman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</a:rPr>
                        <a:t>9620310245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